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your buddy for a tour of the demo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6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week: create accounts, request VPN access, finish security training.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6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Shadow the on-call rotation and ship one small fix.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